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7975B-6E61-7B94-DC7F-8DB38EA63A80}" v="122" dt="2026-04-17T22:25:42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2239D8-B52F-41F9-A0AB-4012FD39BBB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ED63BD-E578-4085-9BC1-F5146B370ABE}">
      <dgm:prSet/>
      <dgm:spPr/>
      <dgm:t>
        <a:bodyPr/>
        <a:lstStyle/>
        <a:p>
          <a:r>
            <a:rPr lang="en-US" baseline="0"/>
            <a:t>Create account &amp; log in </a:t>
          </a:r>
          <a:endParaRPr lang="en-US"/>
        </a:p>
      </dgm:t>
    </dgm:pt>
    <dgm:pt modelId="{51606106-4E92-4A56-8A97-E31160CC9155}" type="parTrans" cxnId="{82CDACFE-91CF-435F-8A9D-603899BD1718}">
      <dgm:prSet/>
      <dgm:spPr/>
      <dgm:t>
        <a:bodyPr/>
        <a:lstStyle/>
        <a:p>
          <a:endParaRPr lang="en-US"/>
        </a:p>
      </dgm:t>
    </dgm:pt>
    <dgm:pt modelId="{1885FB07-ACE4-42EC-99B4-5C73A793CD1C}" type="sibTrans" cxnId="{82CDACFE-91CF-435F-8A9D-603899BD171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A63B3D6-1A61-41DB-8E0F-129261D52182}">
      <dgm:prSet/>
      <dgm:spPr/>
      <dgm:t>
        <a:bodyPr/>
        <a:lstStyle/>
        <a:p>
          <a:r>
            <a:rPr lang="en-US" baseline="0"/>
            <a:t>Browse algorithms </a:t>
          </a:r>
          <a:endParaRPr lang="en-US"/>
        </a:p>
      </dgm:t>
    </dgm:pt>
    <dgm:pt modelId="{57DA997F-7AE0-43F4-865C-EA966BC07E58}" type="parTrans" cxnId="{D451F16C-DBC7-42A4-9181-C24DE2E2249C}">
      <dgm:prSet/>
      <dgm:spPr/>
      <dgm:t>
        <a:bodyPr/>
        <a:lstStyle/>
        <a:p>
          <a:endParaRPr lang="en-US"/>
        </a:p>
      </dgm:t>
    </dgm:pt>
    <dgm:pt modelId="{240F81EA-C6C1-471F-888E-6B9CEE8ED446}" type="sibTrans" cxnId="{D451F16C-DBC7-42A4-9181-C24DE2E2249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268B17C-B534-4DE8-87B4-DA7C92C4206F}">
      <dgm:prSet/>
      <dgm:spPr/>
      <dgm:t>
        <a:bodyPr/>
        <a:lstStyle/>
        <a:p>
          <a:r>
            <a:rPr lang="en-US" baseline="0"/>
            <a:t>Visualize algorithms </a:t>
          </a:r>
          <a:endParaRPr lang="en-US"/>
        </a:p>
      </dgm:t>
    </dgm:pt>
    <dgm:pt modelId="{291515E7-27DB-453F-9BF5-6F550C84A4EA}" type="parTrans" cxnId="{61B92042-684A-4C3D-AC53-09C22712C598}">
      <dgm:prSet/>
      <dgm:spPr/>
      <dgm:t>
        <a:bodyPr/>
        <a:lstStyle/>
        <a:p>
          <a:endParaRPr lang="en-US"/>
        </a:p>
      </dgm:t>
    </dgm:pt>
    <dgm:pt modelId="{F775E1A4-EBE5-4B6A-B660-1EBC1F246925}" type="sibTrans" cxnId="{61B92042-684A-4C3D-AC53-09C22712C59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3A54519-BA9F-4E8C-9362-224F605D3930}">
      <dgm:prSet/>
      <dgm:spPr/>
      <dgm:t>
        <a:bodyPr/>
        <a:lstStyle/>
        <a:p>
          <a:r>
            <a:rPr lang="en-US" baseline="0"/>
            <a:t>Save favorites</a:t>
          </a:r>
          <a:endParaRPr lang="en-US"/>
        </a:p>
      </dgm:t>
    </dgm:pt>
    <dgm:pt modelId="{F8743AC4-CD4D-4FF0-9263-C5E8BFAD6263}" type="parTrans" cxnId="{5B0CF559-0F58-4B83-B2D9-12A07F0550E5}">
      <dgm:prSet/>
      <dgm:spPr/>
      <dgm:t>
        <a:bodyPr/>
        <a:lstStyle/>
        <a:p>
          <a:endParaRPr lang="en-US"/>
        </a:p>
      </dgm:t>
    </dgm:pt>
    <dgm:pt modelId="{694F64C2-B442-4CC3-BFDD-C65F1929CCCF}" type="sibTrans" cxnId="{5B0CF559-0F58-4B83-B2D9-12A07F0550E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B535D56-D5A7-48DA-A926-889389BDE86C}" type="pres">
      <dgm:prSet presAssocID="{042239D8-B52F-41F9-A0AB-4012FD39BBBD}" presName="Name0" presStyleCnt="0">
        <dgm:presLayoutVars>
          <dgm:animLvl val="lvl"/>
          <dgm:resizeHandles val="exact"/>
        </dgm:presLayoutVars>
      </dgm:prSet>
      <dgm:spPr/>
    </dgm:pt>
    <dgm:pt modelId="{2296E1E7-C367-49ED-8E95-5677DEC00AA5}" type="pres">
      <dgm:prSet presAssocID="{F8ED63BD-E578-4085-9BC1-F5146B370ABE}" presName="compositeNode" presStyleCnt="0">
        <dgm:presLayoutVars>
          <dgm:bulletEnabled val="1"/>
        </dgm:presLayoutVars>
      </dgm:prSet>
      <dgm:spPr/>
    </dgm:pt>
    <dgm:pt modelId="{380298E0-B6CF-4ACC-AF64-662A54BB1088}" type="pres">
      <dgm:prSet presAssocID="{F8ED63BD-E578-4085-9BC1-F5146B370ABE}" presName="bgRect" presStyleLbl="bgAccFollowNode1" presStyleIdx="0" presStyleCnt="4"/>
      <dgm:spPr/>
    </dgm:pt>
    <dgm:pt modelId="{46453F43-3B2A-4C2F-AFD3-31D162DED9F3}" type="pres">
      <dgm:prSet presAssocID="{1885FB07-ACE4-42EC-99B4-5C73A793CD1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0FA4FD7-3BAE-4227-B8E5-0E2704A75173}" type="pres">
      <dgm:prSet presAssocID="{F8ED63BD-E578-4085-9BC1-F5146B370ABE}" presName="bottomLine" presStyleLbl="alignNode1" presStyleIdx="1" presStyleCnt="8">
        <dgm:presLayoutVars/>
      </dgm:prSet>
      <dgm:spPr/>
    </dgm:pt>
    <dgm:pt modelId="{5E3206BA-43FE-4DAB-90E8-0916D62BF89C}" type="pres">
      <dgm:prSet presAssocID="{F8ED63BD-E578-4085-9BC1-F5146B370ABE}" presName="nodeText" presStyleLbl="bgAccFollowNode1" presStyleIdx="0" presStyleCnt="4">
        <dgm:presLayoutVars>
          <dgm:bulletEnabled val="1"/>
        </dgm:presLayoutVars>
      </dgm:prSet>
      <dgm:spPr/>
    </dgm:pt>
    <dgm:pt modelId="{1D0F48DE-A33C-4B54-A1E2-156D90B98291}" type="pres">
      <dgm:prSet presAssocID="{1885FB07-ACE4-42EC-99B4-5C73A793CD1C}" presName="sibTrans" presStyleCnt="0"/>
      <dgm:spPr/>
    </dgm:pt>
    <dgm:pt modelId="{A786678C-EC18-4A29-83D7-B3AA4A2B04BE}" type="pres">
      <dgm:prSet presAssocID="{7A63B3D6-1A61-41DB-8E0F-129261D52182}" presName="compositeNode" presStyleCnt="0">
        <dgm:presLayoutVars>
          <dgm:bulletEnabled val="1"/>
        </dgm:presLayoutVars>
      </dgm:prSet>
      <dgm:spPr/>
    </dgm:pt>
    <dgm:pt modelId="{10AEE1DC-B6F8-4378-95D5-6F8BAB1FC395}" type="pres">
      <dgm:prSet presAssocID="{7A63B3D6-1A61-41DB-8E0F-129261D52182}" presName="bgRect" presStyleLbl="bgAccFollowNode1" presStyleIdx="1" presStyleCnt="4"/>
      <dgm:spPr/>
    </dgm:pt>
    <dgm:pt modelId="{B1E0ED73-F703-454E-B7B2-E9A0237B9B09}" type="pres">
      <dgm:prSet presAssocID="{240F81EA-C6C1-471F-888E-6B9CEE8ED44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B674213C-083B-42A4-A7E3-186E9CEB4CDD}" type="pres">
      <dgm:prSet presAssocID="{7A63B3D6-1A61-41DB-8E0F-129261D52182}" presName="bottomLine" presStyleLbl="alignNode1" presStyleIdx="3" presStyleCnt="8">
        <dgm:presLayoutVars/>
      </dgm:prSet>
      <dgm:spPr/>
    </dgm:pt>
    <dgm:pt modelId="{6FB41E13-60F1-414C-8AF8-29B09559ED54}" type="pres">
      <dgm:prSet presAssocID="{7A63B3D6-1A61-41DB-8E0F-129261D52182}" presName="nodeText" presStyleLbl="bgAccFollowNode1" presStyleIdx="1" presStyleCnt="4">
        <dgm:presLayoutVars>
          <dgm:bulletEnabled val="1"/>
        </dgm:presLayoutVars>
      </dgm:prSet>
      <dgm:spPr/>
    </dgm:pt>
    <dgm:pt modelId="{1101B565-E7CF-4BA0-AFFD-C94BDEFF8351}" type="pres">
      <dgm:prSet presAssocID="{240F81EA-C6C1-471F-888E-6B9CEE8ED446}" presName="sibTrans" presStyleCnt="0"/>
      <dgm:spPr/>
    </dgm:pt>
    <dgm:pt modelId="{0F73DDA0-7138-493A-A38D-0839870501EC}" type="pres">
      <dgm:prSet presAssocID="{6268B17C-B534-4DE8-87B4-DA7C92C4206F}" presName="compositeNode" presStyleCnt="0">
        <dgm:presLayoutVars>
          <dgm:bulletEnabled val="1"/>
        </dgm:presLayoutVars>
      </dgm:prSet>
      <dgm:spPr/>
    </dgm:pt>
    <dgm:pt modelId="{7DD3DC42-1CF0-46BA-B31C-F95E7C2F547C}" type="pres">
      <dgm:prSet presAssocID="{6268B17C-B534-4DE8-87B4-DA7C92C4206F}" presName="bgRect" presStyleLbl="bgAccFollowNode1" presStyleIdx="2" presStyleCnt="4"/>
      <dgm:spPr/>
    </dgm:pt>
    <dgm:pt modelId="{01D38777-56DE-42A2-898B-0F1147DF8AB7}" type="pres">
      <dgm:prSet presAssocID="{F775E1A4-EBE5-4B6A-B660-1EBC1F246925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A0A91CD2-D77A-46E8-B570-DCF2E58FCFDE}" type="pres">
      <dgm:prSet presAssocID="{6268B17C-B534-4DE8-87B4-DA7C92C4206F}" presName="bottomLine" presStyleLbl="alignNode1" presStyleIdx="5" presStyleCnt="8">
        <dgm:presLayoutVars/>
      </dgm:prSet>
      <dgm:spPr/>
    </dgm:pt>
    <dgm:pt modelId="{EF50289A-4439-4132-84B5-51FB87875692}" type="pres">
      <dgm:prSet presAssocID="{6268B17C-B534-4DE8-87B4-DA7C92C4206F}" presName="nodeText" presStyleLbl="bgAccFollowNode1" presStyleIdx="2" presStyleCnt="4">
        <dgm:presLayoutVars>
          <dgm:bulletEnabled val="1"/>
        </dgm:presLayoutVars>
      </dgm:prSet>
      <dgm:spPr/>
    </dgm:pt>
    <dgm:pt modelId="{908815C3-F590-4B4F-AE76-7F34AFC81388}" type="pres">
      <dgm:prSet presAssocID="{F775E1A4-EBE5-4B6A-B660-1EBC1F246925}" presName="sibTrans" presStyleCnt="0"/>
      <dgm:spPr/>
    </dgm:pt>
    <dgm:pt modelId="{BCC4B8F5-B1C4-4DA6-93A4-0C4C2376E370}" type="pres">
      <dgm:prSet presAssocID="{13A54519-BA9F-4E8C-9362-224F605D3930}" presName="compositeNode" presStyleCnt="0">
        <dgm:presLayoutVars>
          <dgm:bulletEnabled val="1"/>
        </dgm:presLayoutVars>
      </dgm:prSet>
      <dgm:spPr/>
    </dgm:pt>
    <dgm:pt modelId="{BF3DE0A2-C663-4BE0-9162-8F2CFE4DD843}" type="pres">
      <dgm:prSet presAssocID="{13A54519-BA9F-4E8C-9362-224F605D3930}" presName="bgRect" presStyleLbl="bgAccFollowNode1" presStyleIdx="3" presStyleCnt="4"/>
      <dgm:spPr/>
    </dgm:pt>
    <dgm:pt modelId="{0EAB5B7C-F03C-4384-A0E0-92189E38D932}" type="pres">
      <dgm:prSet presAssocID="{694F64C2-B442-4CC3-BFDD-C65F1929CCC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4745030-3134-48EA-9DC7-8ECCA9114F49}" type="pres">
      <dgm:prSet presAssocID="{13A54519-BA9F-4E8C-9362-224F605D3930}" presName="bottomLine" presStyleLbl="alignNode1" presStyleIdx="7" presStyleCnt="8">
        <dgm:presLayoutVars/>
      </dgm:prSet>
      <dgm:spPr/>
    </dgm:pt>
    <dgm:pt modelId="{5B80717B-D5EB-4E1A-A05E-3904CE75FEDA}" type="pres">
      <dgm:prSet presAssocID="{13A54519-BA9F-4E8C-9362-224F605D3930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92977204-A5D4-458F-B199-D01B9C9574D2}" type="presOf" srcId="{F8ED63BD-E578-4085-9BC1-F5146B370ABE}" destId="{380298E0-B6CF-4ACC-AF64-662A54BB1088}" srcOrd="0" destOrd="0" presId="urn:microsoft.com/office/officeart/2016/7/layout/BasicLinearProcessNumbered"/>
    <dgm:cxn modelId="{C5EE0A11-00D5-46F9-BD17-3EBF954A3C66}" type="presOf" srcId="{F775E1A4-EBE5-4B6A-B660-1EBC1F246925}" destId="{01D38777-56DE-42A2-898B-0F1147DF8AB7}" srcOrd="0" destOrd="0" presId="urn:microsoft.com/office/officeart/2016/7/layout/BasicLinearProcessNumbered"/>
    <dgm:cxn modelId="{C07ED715-2A33-4C86-857D-7819E10A441F}" type="presOf" srcId="{694F64C2-B442-4CC3-BFDD-C65F1929CCCF}" destId="{0EAB5B7C-F03C-4384-A0E0-92189E38D932}" srcOrd="0" destOrd="0" presId="urn:microsoft.com/office/officeart/2016/7/layout/BasicLinearProcessNumbered"/>
    <dgm:cxn modelId="{4033911D-7960-4105-A597-F857A185A36C}" type="presOf" srcId="{1885FB07-ACE4-42EC-99B4-5C73A793CD1C}" destId="{46453F43-3B2A-4C2F-AFD3-31D162DED9F3}" srcOrd="0" destOrd="0" presId="urn:microsoft.com/office/officeart/2016/7/layout/BasicLinearProcessNumbered"/>
    <dgm:cxn modelId="{61B92042-684A-4C3D-AC53-09C22712C598}" srcId="{042239D8-B52F-41F9-A0AB-4012FD39BBBD}" destId="{6268B17C-B534-4DE8-87B4-DA7C92C4206F}" srcOrd="2" destOrd="0" parTransId="{291515E7-27DB-453F-9BF5-6F550C84A4EA}" sibTransId="{F775E1A4-EBE5-4B6A-B660-1EBC1F246925}"/>
    <dgm:cxn modelId="{2FF26444-3B48-48CA-8F66-9F006704B452}" type="presOf" srcId="{13A54519-BA9F-4E8C-9362-224F605D3930}" destId="{BF3DE0A2-C663-4BE0-9162-8F2CFE4DD843}" srcOrd="0" destOrd="0" presId="urn:microsoft.com/office/officeart/2016/7/layout/BasicLinearProcessNumbered"/>
    <dgm:cxn modelId="{A7B6CE4C-D646-479C-9EB6-3CDA5EB1E883}" type="presOf" srcId="{7A63B3D6-1A61-41DB-8E0F-129261D52182}" destId="{10AEE1DC-B6F8-4378-95D5-6F8BAB1FC395}" srcOrd="0" destOrd="0" presId="urn:microsoft.com/office/officeart/2016/7/layout/BasicLinearProcessNumbered"/>
    <dgm:cxn modelId="{D451F16C-DBC7-42A4-9181-C24DE2E2249C}" srcId="{042239D8-B52F-41F9-A0AB-4012FD39BBBD}" destId="{7A63B3D6-1A61-41DB-8E0F-129261D52182}" srcOrd="1" destOrd="0" parTransId="{57DA997F-7AE0-43F4-865C-EA966BC07E58}" sibTransId="{240F81EA-C6C1-471F-888E-6B9CEE8ED446}"/>
    <dgm:cxn modelId="{5B0CF559-0F58-4B83-B2D9-12A07F0550E5}" srcId="{042239D8-B52F-41F9-A0AB-4012FD39BBBD}" destId="{13A54519-BA9F-4E8C-9362-224F605D3930}" srcOrd="3" destOrd="0" parTransId="{F8743AC4-CD4D-4FF0-9263-C5E8BFAD6263}" sibTransId="{694F64C2-B442-4CC3-BFDD-C65F1929CCCF}"/>
    <dgm:cxn modelId="{630F8986-FD4C-4B95-BE37-007816020ABE}" type="presOf" srcId="{F8ED63BD-E578-4085-9BC1-F5146B370ABE}" destId="{5E3206BA-43FE-4DAB-90E8-0916D62BF89C}" srcOrd="1" destOrd="0" presId="urn:microsoft.com/office/officeart/2016/7/layout/BasicLinearProcessNumbered"/>
    <dgm:cxn modelId="{46F88294-7414-4110-BBE3-EB2F66DC2B52}" type="presOf" srcId="{042239D8-B52F-41F9-A0AB-4012FD39BBBD}" destId="{5B535D56-D5A7-48DA-A926-889389BDE86C}" srcOrd="0" destOrd="0" presId="urn:microsoft.com/office/officeart/2016/7/layout/BasicLinearProcessNumbered"/>
    <dgm:cxn modelId="{D3FF779C-38A0-47F8-8983-EEE7FA366DDD}" type="presOf" srcId="{13A54519-BA9F-4E8C-9362-224F605D3930}" destId="{5B80717B-D5EB-4E1A-A05E-3904CE75FEDA}" srcOrd="1" destOrd="0" presId="urn:microsoft.com/office/officeart/2016/7/layout/BasicLinearProcessNumbered"/>
    <dgm:cxn modelId="{32123FA1-1C97-4744-BA06-35EAD928F2A8}" type="presOf" srcId="{7A63B3D6-1A61-41DB-8E0F-129261D52182}" destId="{6FB41E13-60F1-414C-8AF8-29B09559ED54}" srcOrd="1" destOrd="0" presId="urn:microsoft.com/office/officeart/2016/7/layout/BasicLinearProcessNumbered"/>
    <dgm:cxn modelId="{450BF4C6-7B86-41B5-A7E9-6A717B7B852E}" type="presOf" srcId="{6268B17C-B534-4DE8-87B4-DA7C92C4206F}" destId="{EF50289A-4439-4132-84B5-51FB87875692}" srcOrd="1" destOrd="0" presId="urn:microsoft.com/office/officeart/2016/7/layout/BasicLinearProcessNumbered"/>
    <dgm:cxn modelId="{4F74BEE2-D6B5-46AD-B987-160F1E2CC78F}" type="presOf" srcId="{240F81EA-C6C1-471F-888E-6B9CEE8ED446}" destId="{B1E0ED73-F703-454E-B7B2-E9A0237B9B09}" srcOrd="0" destOrd="0" presId="urn:microsoft.com/office/officeart/2016/7/layout/BasicLinearProcessNumbered"/>
    <dgm:cxn modelId="{130CA8F5-B4FE-40FC-9786-0AF943E23858}" type="presOf" srcId="{6268B17C-B534-4DE8-87B4-DA7C92C4206F}" destId="{7DD3DC42-1CF0-46BA-B31C-F95E7C2F547C}" srcOrd="0" destOrd="0" presId="urn:microsoft.com/office/officeart/2016/7/layout/BasicLinearProcessNumbered"/>
    <dgm:cxn modelId="{82CDACFE-91CF-435F-8A9D-603899BD1718}" srcId="{042239D8-B52F-41F9-A0AB-4012FD39BBBD}" destId="{F8ED63BD-E578-4085-9BC1-F5146B370ABE}" srcOrd="0" destOrd="0" parTransId="{51606106-4E92-4A56-8A97-E31160CC9155}" sibTransId="{1885FB07-ACE4-42EC-99B4-5C73A793CD1C}"/>
    <dgm:cxn modelId="{762EC636-F4C3-4EA7-9F83-67A7F20F68B1}" type="presParOf" srcId="{5B535D56-D5A7-48DA-A926-889389BDE86C}" destId="{2296E1E7-C367-49ED-8E95-5677DEC00AA5}" srcOrd="0" destOrd="0" presId="urn:microsoft.com/office/officeart/2016/7/layout/BasicLinearProcessNumbered"/>
    <dgm:cxn modelId="{ACEA7717-3C95-4186-A028-84F3C76A2096}" type="presParOf" srcId="{2296E1E7-C367-49ED-8E95-5677DEC00AA5}" destId="{380298E0-B6CF-4ACC-AF64-662A54BB1088}" srcOrd="0" destOrd="0" presId="urn:microsoft.com/office/officeart/2016/7/layout/BasicLinearProcessNumbered"/>
    <dgm:cxn modelId="{6DDDD6E0-B7BE-405C-A1A0-87BEA4B6D884}" type="presParOf" srcId="{2296E1E7-C367-49ED-8E95-5677DEC00AA5}" destId="{46453F43-3B2A-4C2F-AFD3-31D162DED9F3}" srcOrd="1" destOrd="0" presId="urn:microsoft.com/office/officeart/2016/7/layout/BasicLinearProcessNumbered"/>
    <dgm:cxn modelId="{B898FDF7-95B1-4059-9BBD-6EB03414F206}" type="presParOf" srcId="{2296E1E7-C367-49ED-8E95-5677DEC00AA5}" destId="{40FA4FD7-3BAE-4227-B8E5-0E2704A75173}" srcOrd="2" destOrd="0" presId="urn:microsoft.com/office/officeart/2016/7/layout/BasicLinearProcessNumbered"/>
    <dgm:cxn modelId="{4E5B85A5-8326-40C5-BA51-BF48991A3F09}" type="presParOf" srcId="{2296E1E7-C367-49ED-8E95-5677DEC00AA5}" destId="{5E3206BA-43FE-4DAB-90E8-0916D62BF89C}" srcOrd="3" destOrd="0" presId="urn:microsoft.com/office/officeart/2016/7/layout/BasicLinearProcessNumbered"/>
    <dgm:cxn modelId="{71A93CB9-3416-4A0D-ABB5-829BA6B7D50C}" type="presParOf" srcId="{5B535D56-D5A7-48DA-A926-889389BDE86C}" destId="{1D0F48DE-A33C-4B54-A1E2-156D90B98291}" srcOrd="1" destOrd="0" presId="urn:microsoft.com/office/officeart/2016/7/layout/BasicLinearProcessNumbered"/>
    <dgm:cxn modelId="{027C047C-3C42-41D7-A25B-22B7EC6E1320}" type="presParOf" srcId="{5B535D56-D5A7-48DA-A926-889389BDE86C}" destId="{A786678C-EC18-4A29-83D7-B3AA4A2B04BE}" srcOrd="2" destOrd="0" presId="urn:microsoft.com/office/officeart/2016/7/layout/BasicLinearProcessNumbered"/>
    <dgm:cxn modelId="{79395952-FA98-4790-978A-DA16CCE6A559}" type="presParOf" srcId="{A786678C-EC18-4A29-83D7-B3AA4A2B04BE}" destId="{10AEE1DC-B6F8-4378-95D5-6F8BAB1FC395}" srcOrd="0" destOrd="0" presId="urn:microsoft.com/office/officeart/2016/7/layout/BasicLinearProcessNumbered"/>
    <dgm:cxn modelId="{1507B87B-C86B-4B74-8D23-1AB006E70309}" type="presParOf" srcId="{A786678C-EC18-4A29-83D7-B3AA4A2B04BE}" destId="{B1E0ED73-F703-454E-B7B2-E9A0237B9B09}" srcOrd="1" destOrd="0" presId="urn:microsoft.com/office/officeart/2016/7/layout/BasicLinearProcessNumbered"/>
    <dgm:cxn modelId="{29B1E24E-E05A-491E-B175-9CC2BB409D6B}" type="presParOf" srcId="{A786678C-EC18-4A29-83D7-B3AA4A2B04BE}" destId="{B674213C-083B-42A4-A7E3-186E9CEB4CDD}" srcOrd="2" destOrd="0" presId="urn:microsoft.com/office/officeart/2016/7/layout/BasicLinearProcessNumbered"/>
    <dgm:cxn modelId="{4F8E993A-822A-49EB-923A-FD4847CF689D}" type="presParOf" srcId="{A786678C-EC18-4A29-83D7-B3AA4A2B04BE}" destId="{6FB41E13-60F1-414C-8AF8-29B09559ED54}" srcOrd="3" destOrd="0" presId="urn:microsoft.com/office/officeart/2016/7/layout/BasicLinearProcessNumbered"/>
    <dgm:cxn modelId="{F5D65781-1868-4E9D-BCE3-7A47FEBCF260}" type="presParOf" srcId="{5B535D56-D5A7-48DA-A926-889389BDE86C}" destId="{1101B565-E7CF-4BA0-AFFD-C94BDEFF8351}" srcOrd="3" destOrd="0" presId="urn:microsoft.com/office/officeart/2016/7/layout/BasicLinearProcessNumbered"/>
    <dgm:cxn modelId="{D85EAC33-E2AD-4877-8920-F378F5FF6564}" type="presParOf" srcId="{5B535D56-D5A7-48DA-A926-889389BDE86C}" destId="{0F73DDA0-7138-493A-A38D-0839870501EC}" srcOrd="4" destOrd="0" presId="urn:microsoft.com/office/officeart/2016/7/layout/BasicLinearProcessNumbered"/>
    <dgm:cxn modelId="{3737B12E-BBE3-4F2D-8BC0-4E88FD5ACAA6}" type="presParOf" srcId="{0F73DDA0-7138-493A-A38D-0839870501EC}" destId="{7DD3DC42-1CF0-46BA-B31C-F95E7C2F547C}" srcOrd="0" destOrd="0" presId="urn:microsoft.com/office/officeart/2016/7/layout/BasicLinearProcessNumbered"/>
    <dgm:cxn modelId="{C00A638F-7FA4-4BD3-8C54-14BCEAC410C6}" type="presParOf" srcId="{0F73DDA0-7138-493A-A38D-0839870501EC}" destId="{01D38777-56DE-42A2-898B-0F1147DF8AB7}" srcOrd="1" destOrd="0" presId="urn:microsoft.com/office/officeart/2016/7/layout/BasicLinearProcessNumbered"/>
    <dgm:cxn modelId="{E9BC2F36-20A4-41E6-9277-1D510E3411BF}" type="presParOf" srcId="{0F73DDA0-7138-493A-A38D-0839870501EC}" destId="{A0A91CD2-D77A-46E8-B570-DCF2E58FCFDE}" srcOrd="2" destOrd="0" presId="urn:microsoft.com/office/officeart/2016/7/layout/BasicLinearProcessNumbered"/>
    <dgm:cxn modelId="{8F7CB078-D48E-49D7-9F87-D44C57A1387D}" type="presParOf" srcId="{0F73DDA0-7138-493A-A38D-0839870501EC}" destId="{EF50289A-4439-4132-84B5-51FB87875692}" srcOrd="3" destOrd="0" presId="urn:microsoft.com/office/officeart/2016/7/layout/BasicLinearProcessNumbered"/>
    <dgm:cxn modelId="{205B7A82-E7CF-4322-AE67-1CE256E0C2AE}" type="presParOf" srcId="{5B535D56-D5A7-48DA-A926-889389BDE86C}" destId="{908815C3-F590-4B4F-AE76-7F34AFC81388}" srcOrd="5" destOrd="0" presId="urn:microsoft.com/office/officeart/2016/7/layout/BasicLinearProcessNumbered"/>
    <dgm:cxn modelId="{7FAAC73C-97BF-4116-82B8-B96226932D8F}" type="presParOf" srcId="{5B535D56-D5A7-48DA-A926-889389BDE86C}" destId="{BCC4B8F5-B1C4-4DA6-93A4-0C4C2376E370}" srcOrd="6" destOrd="0" presId="urn:microsoft.com/office/officeart/2016/7/layout/BasicLinearProcessNumbered"/>
    <dgm:cxn modelId="{C1E92211-AE35-4A1D-94B1-201B092AD32C}" type="presParOf" srcId="{BCC4B8F5-B1C4-4DA6-93A4-0C4C2376E370}" destId="{BF3DE0A2-C663-4BE0-9162-8F2CFE4DD843}" srcOrd="0" destOrd="0" presId="urn:microsoft.com/office/officeart/2016/7/layout/BasicLinearProcessNumbered"/>
    <dgm:cxn modelId="{10523015-2992-4F54-91A0-E6BB9104731A}" type="presParOf" srcId="{BCC4B8F5-B1C4-4DA6-93A4-0C4C2376E370}" destId="{0EAB5B7C-F03C-4384-A0E0-92189E38D932}" srcOrd="1" destOrd="0" presId="urn:microsoft.com/office/officeart/2016/7/layout/BasicLinearProcessNumbered"/>
    <dgm:cxn modelId="{F903B3EB-1CED-4222-B6B5-FFB3924F11F6}" type="presParOf" srcId="{BCC4B8F5-B1C4-4DA6-93A4-0C4C2376E370}" destId="{34745030-3134-48EA-9DC7-8ECCA9114F49}" srcOrd="2" destOrd="0" presId="urn:microsoft.com/office/officeart/2016/7/layout/BasicLinearProcessNumbered"/>
    <dgm:cxn modelId="{FBB489AB-61C7-423D-9BAD-E79B2E71C954}" type="presParOf" srcId="{BCC4B8F5-B1C4-4DA6-93A4-0C4C2376E370}" destId="{5B80717B-D5EB-4E1A-A05E-3904CE75FED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86B318-447F-4B4A-9605-687395949F1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6CED8A9-A7A9-4C31-871F-84949E976CC7}">
      <dgm:prSet/>
      <dgm:spPr/>
      <dgm:t>
        <a:bodyPr/>
        <a:lstStyle/>
        <a:p>
          <a:r>
            <a:rPr lang="en-US"/>
            <a:t>FastAPI (backend) </a:t>
          </a:r>
        </a:p>
      </dgm:t>
    </dgm:pt>
    <dgm:pt modelId="{BA828A54-664B-4EEF-A981-31E2A56A79A7}" type="parTrans" cxnId="{E93453A6-8413-4F99-8E00-A3CFE695A425}">
      <dgm:prSet/>
      <dgm:spPr/>
      <dgm:t>
        <a:bodyPr/>
        <a:lstStyle/>
        <a:p>
          <a:endParaRPr lang="en-US"/>
        </a:p>
      </dgm:t>
    </dgm:pt>
    <dgm:pt modelId="{4F8164C4-661C-49CC-B62D-741C152DC21B}" type="sibTrans" cxnId="{E93453A6-8413-4F99-8E00-A3CFE695A425}">
      <dgm:prSet/>
      <dgm:spPr/>
      <dgm:t>
        <a:bodyPr/>
        <a:lstStyle/>
        <a:p>
          <a:endParaRPr lang="en-US"/>
        </a:p>
      </dgm:t>
    </dgm:pt>
    <dgm:pt modelId="{11CC7048-4148-4E24-89BA-1ABF088CC92A}">
      <dgm:prSet/>
      <dgm:spPr/>
      <dgm:t>
        <a:bodyPr/>
        <a:lstStyle/>
        <a:p>
          <a:r>
            <a:rPr lang="en-US"/>
            <a:t>SQLite + SQLModel </a:t>
          </a:r>
        </a:p>
      </dgm:t>
    </dgm:pt>
    <dgm:pt modelId="{FE2900CC-C6BB-49E8-92FB-1720865827D2}" type="parTrans" cxnId="{D3E7738A-F106-4774-9403-7FC5EB8BFC29}">
      <dgm:prSet/>
      <dgm:spPr/>
      <dgm:t>
        <a:bodyPr/>
        <a:lstStyle/>
        <a:p>
          <a:endParaRPr lang="en-US"/>
        </a:p>
      </dgm:t>
    </dgm:pt>
    <dgm:pt modelId="{C0D923EB-849D-4B34-999E-55298A1FA6A8}" type="sibTrans" cxnId="{D3E7738A-F106-4774-9403-7FC5EB8BFC29}">
      <dgm:prSet/>
      <dgm:spPr/>
      <dgm:t>
        <a:bodyPr/>
        <a:lstStyle/>
        <a:p>
          <a:endParaRPr lang="en-US"/>
        </a:p>
      </dgm:t>
    </dgm:pt>
    <dgm:pt modelId="{493367F3-D5CF-4291-A5EA-D23189BFE323}">
      <dgm:prSet/>
      <dgm:spPr/>
      <dgm:t>
        <a:bodyPr/>
        <a:lstStyle/>
        <a:p>
          <a:r>
            <a:rPr lang="en-US"/>
            <a:t>HTML / CSS / JS </a:t>
          </a:r>
        </a:p>
      </dgm:t>
    </dgm:pt>
    <dgm:pt modelId="{F75F65A7-5780-431F-BCAA-03E80EF14216}" type="parTrans" cxnId="{84F453A8-6A83-4D4D-A50F-2E710B71AA9A}">
      <dgm:prSet/>
      <dgm:spPr/>
      <dgm:t>
        <a:bodyPr/>
        <a:lstStyle/>
        <a:p>
          <a:endParaRPr lang="en-US"/>
        </a:p>
      </dgm:t>
    </dgm:pt>
    <dgm:pt modelId="{AEA3A3D8-BCC0-484A-AF15-7BCF29A5D28B}" type="sibTrans" cxnId="{84F453A8-6A83-4D4D-A50F-2E710B71AA9A}">
      <dgm:prSet/>
      <dgm:spPr/>
      <dgm:t>
        <a:bodyPr/>
        <a:lstStyle/>
        <a:p>
          <a:endParaRPr lang="en-US"/>
        </a:p>
      </dgm:t>
    </dgm:pt>
    <dgm:pt modelId="{2EE5BA16-DD57-406E-A2EE-A74360DC83C0}">
      <dgm:prSet/>
      <dgm:spPr/>
      <dgm:t>
        <a:bodyPr/>
        <a:lstStyle/>
        <a:p>
          <a:r>
            <a:rPr lang="en-US"/>
            <a:t>Jinja2 </a:t>
          </a:r>
        </a:p>
      </dgm:t>
    </dgm:pt>
    <dgm:pt modelId="{65C33FC5-0035-43DA-AD65-5D262F04CADE}" type="parTrans" cxnId="{F4E2AA28-12C1-4DF4-8B29-72ADA3ECB999}">
      <dgm:prSet/>
      <dgm:spPr/>
      <dgm:t>
        <a:bodyPr/>
        <a:lstStyle/>
        <a:p>
          <a:endParaRPr lang="en-US"/>
        </a:p>
      </dgm:t>
    </dgm:pt>
    <dgm:pt modelId="{AB07ACED-6BCB-41B7-98AC-FF9B24DD8489}" type="sibTrans" cxnId="{F4E2AA28-12C1-4DF4-8B29-72ADA3ECB999}">
      <dgm:prSet/>
      <dgm:spPr/>
      <dgm:t>
        <a:bodyPr/>
        <a:lstStyle/>
        <a:p>
          <a:endParaRPr lang="en-US"/>
        </a:p>
      </dgm:t>
    </dgm:pt>
    <dgm:pt modelId="{4E847D17-AB04-4236-9ECB-30B46D06ECBE}">
      <dgm:prSet/>
      <dgm:spPr/>
      <dgm:t>
        <a:bodyPr/>
        <a:lstStyle/>
        <a:p>
          <a:r>
            <a:rPr lang="en-US"/>
            <a:t>Chart.js</a:t>
          </a:r>
        </a:p>
      </dgm:t>
    </dgm:pt>
    <dgm:pt modelId="{B73628D3-1000-45BB-84D1-B4401E551C73}" type="parTrans" cxnId="{6E0B1E51-7691-4DF4-BCA4-79465FFD2F7D}">
      <dgm:prSet/>
      <dgm:spPr/>
      <dgm:t>
        <a:bodyPr/>
        <a:lstStyle/>
        <a:p>
          <a:endParaRPr lang="en-US"/>
        </a:p>
      </dgm:t>
    </dgm:pt>
    <dgm:pt modelId="{12BE5C9B-7353-4E0A-8E30-67CE0B1FB4C0}" type="sibTrans" cxnId="{6E0B1E51-7691-4DF4-BCA4-79465FFD2F7D}">
      <dgm:prSet/>
      <dgm:spPr/>
      <dgm:t>
        <a:bodyPr/>
        <a:lstStyle/>
        <a:p>
          <a:endParaRPr lang="en-US"/>
        </a:p>
      </dgm:t>
    </dgm:pt>
    <dgm:pt modelId="{A21202A9-BBF4-4A3E-9A84-54A4EE49EBB8}" type="pres">
      <dgm:prSet presAssocID="{9D86B318-447F-4B4A-9605-687395949F12}" presName="root" presStyleCnt="0">
        <dgm:presLayoutVars>
          <dgm:dir/>
          <dgm:resizeHandles val="exact"/>
        </dgm:presLayoutVars>
      </dgm:prSet>
      <dgm:spPr/>
    </dgm:pt>
    <dgm:pt modelId="{6D96CF43-8708-46C8-94D5-E6C7289596CC}" type="pres">
      <dgm:prSet presAssocID="{26CED8A9-A7A9-4C31-871F-84949E976CC7}" presName="compNode" presStyleCnt="0"/>
      <dgm:spPr/>
    </dgm:pt>
    <dgm:pt modelId="{3674AADA-1A8C-4E9B-8F08-8FC4C9DCB806}" type="pres">
      <dgm:prSet presAssocID="{26CED8A9-A7A9-4C31-871F-84949E976CC7}" presName="bgRect" presStyleLbl="bgShp" presStyleIdx="0" presStyleCnt="5"/>
      <dgm:spPr/>
    </dgm:pt>
    <dgm:pt modelId="{3268D468-4CCD-4944-A533-2A0BCFF26B1C}" type="pres">
      <dgm:prSet presAssocID="{26CED8A9-A7A9-4C31-871F-84949E976CC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5EE3FB2-999C-4D31-8F47-08609789B109}" type="pres">
      <dgm:prSet presAssocID="{26CED8A9-A7A9-4C31-871F-84949E976CC7}" presName="spaceRect" presStyleCnt="0"/>
      <dgm:spPr/>
    </dgm:pt>
    <dgm:pt modelId="{4F84F12F-B6B5-4B46-99DC-6B7D87F1FAD5}" type="pres">
      <dgm:prSet presAssocID="{26CED8A9-A7A9-4C31-871F-84949E976CC7}" presName="parTx" presStyleLbl="revTx" presStyleIdx="0" presStyleCnt="5">
        <dgm:presLayoutVars>
          <dgm:chMax val="0"/>
          <dgm:chPref val="0"/>
        </dgm:presLayoutVars>
      </dgm:prSet>
      <dgm:spPr/>
    </dgm:pt>
    <dgm:pt modelId="{D49B5203-625F-4A94-87CD-4192D1DBF4F3}" type="pres">
      <dgm:prSet presAssocID="{4F8164C4-661C-49CC-B62D-741C152DC21B}" presName="sibTrans" presStyleCnt="0"/>
      <dgm:spPr/>
    </dgm:pt>
    <dgm:pt modelId="{ED54BA3D-B212-4F2B-8643-838157A51BF7}" type="pres">
      <dgm:prSet presAssocID="{11CC7048-4148-4E24-89BA-1ABF088CC92A}" presName="compNode" presStyleCnt="0"/>
      <dgm:spPr/>
    </dgm:pt>
    <dgm:pt modelId="{06CBD9FF-C157-4F5A-95B7-6135298DFCF2}" type="pres">
      <dgm:prSet presAssocID="{11CC7048-4148-4E24-89BA-1ABF088CC92A}" presName="bgRect" presStyleLbl="bgShp" presStyleIdx="1" presStyleCnt="5"/>
      <dgm:spPr/>
    </dgm:pt>
    <dgm:pt modelId="{9DA43410-53C1-479E-9282-7F88C0B00A92}" type="pres">
      <dgm:prSet presAssocID="{11CC7048-4148-4E24-89BA-1ABF088CC92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7B6B08-6CB7-4308-8809-578CEB2F459A}" type="pres">
      <dgm:prSet presAssocID="{11CC7048-4148-4E24-89BA-1ABF088CC92A}" presName="spaceRect" presStyleCnt="0"/>
      <dgm:spPr/>
    </dgm:pt>
    <dgm:pt modelId="{77F56878-BE40-4154-A9E6-0C1141F61845}" type="pres">
      <dgm:prSet presAssocID="{11CC7048-4148-4E24-89BA-1ABF088CC92A}" presName="parTx" presStyleLbl="revTx" presStyleIdx="1" presStyleCnt="5">
        <dgm:presLayoutVars>
          <dgm:chMax val="0"/>
          <dgm:chPref val="0"/>
        </dgm:presLayoutVars>
      </dgm:prSet>
      <dgm:spPr/>
    </dgm:pt>
    <dgm:pt modelId="{496CD161-E366-426A-BB66-EB583835EB47}" type="pres">
      <dgm:prSet presAssocID="{C0D923EB-849D-4B34-999E-55298A1FA6A8}" presName="sibTrans" presStyleCnt="0"/>
      <dgm:spPr/>
    </dgm:pt>
    <dgm:pt modelId="{BEB58E94-5A13-48B0-8F64-C122A529DB64}" type="pres">
      <dgm:prSet presAssocID="{493367F3-D5CF-4291-A5EA-D23189BFE323}" presName="compNode" presStyleCnt="0"/>
      <dgm:spPr/>
    </dgm:pt>
    <dgm:pt modelId="{46D7E187-5E0F-4E19-94FA-C71A91A7E855}" type="pres">
      <dgm:prSet presAssocID="{493367F3-D5CF-4291-A5EA-D23189BFE323}" presName="bgRect" presStyleLbl="bgShp" presStyleIdx="2" presStyleCnt="5"/>
      <dgm:spPr/>
    </dgm:pt>
    <dgm:pt modelId="{BCBE8306-5624-43FB-81BE-EF1A37907B25}" type="pres">
      <dgm:prSet presAssocID="{493367F3-D5CF-4291-A5EA-D23189BFE32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AF357EA-1A48-470C-8556-D189E51D5B1E}" type="pres">
      <dgm:prSet presAssocID="{493367F3-D5CF-4291-A5EA-D23189BFE323}" presName="spaceRect" presStyleCnt="0"/>
      <dgm:spPr/>
    </dgm:pt>
    <dgm:pt modelId="{1C269FFC-C28A-4785-8167-C6B627D4F418}" type="pres">
      <dgm:prSet presAssocID="{493367F3-D5CF-4291-A5EA-D23189BFE323}" presName="parTx" presStyleLbl="revTx" presStyleIdx="2" presStyleCnt="5">
        <dgm:presLayoutVars>
          <dgm:chMax val="0"/>
          <dgm:chPref val="0"/>
        </dgm:presLayoutVars>
      </dgm:prSet>
      <dgm:spPr/>
    </dgm:pt>
    <dgm:pt modelId="{48C1F662-72AC-404F-85B7-A5DCCE0167D5}" type="pres">
      <dgm:prSet presAssocID="{AEA3A3D8-BCC0-484A-AF15-7BCF29A5D28B}" presName="sibTrans" presStyleCnt="0"/>
      <dgm:spPr/>
    </dgm:pt>
    <dgm:pt modelId="{0E8EA60B-1F70-48F4-97BC-9684090E602B}" type="pres">
      <dgm:prSet presAssocID="{2EE5BA16-DD57-406E-A2EE-A74360DC83C0}" presName="compNode" presStyleCnt="0"/>
      <dgm:spPr/>
    </dgm:pt>
    <dgm:pt modelId="{46522564-B507-4857-9BC6-A783008E2092}" type="pres">
      <dgm:prSet presAssocID="{2EE5BA16-DD57-406E-A2EE-A74360DC83C0}" presName="bgRect" presStyleLbl="bgShp" presStyleIdx="3" presStyleCnt="5"/>
      <dgm:spPr/>
    </dgm:pt>
    <dgm:pt modelId="{60921DA1-8AB1-47FF-8B9A-BBCC0F8BE29B}" type="pres">
      <dgm:prSet presAssocID="{2EE5BA16-DD57-406E-A2EE-A74360DC83C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2B520303-D106-4BE7-A5C1-EFB66A60DAE5}" type="pres">
      <dgm:prSet presAssocID="{2EE5BA16-DD57-406E-A2EE-A74360DC83C0}" presName="spaceRect" presStyleCnt="0"/>
      <dgm:spPr/>
    </dgm:pt>
    <dgm:pt modelId="{17C0C165-EC6B-49C0-8E6F-29FD9FA445D6}" type="pres">
      <dgm:prSet presAssocID="{2EE5BA16-DD57-406E-A2EE-A74360DC83C0}" presName="parTx" presStyleLbl="revTx" presStyleIdx="3" presStyleCnt="5">
        <dgm:presLayoutVars>
          <dgm:chMax val="0"/>
          <dgm:chPref val="0"/>
        </dgm:presLayoutVars>
      </dgm:prSet>
      <dgm:spPr/>
    </dgm:pt>
    <dgm:pt modelId="{74316609-7B31-4BCB-9ED1-9EDACD3C19DD}" type="pres">
      <dgm:prSet presAssocID="{AB07ACED-6BCB-41B7-98AC-FF9B24DD8489}" presName="sibTrans" presStyleCnt="0"/>
      <dgm:spPr/>
    </dgm:pt>
    <dgm:pt modelId="{F753F117-D03C-4438-94CB-2C7F919CBFD1}" type="pres">
      <dgm:prSet presAssocID="{4E847D17-AB04-4236-9ECB-30B46D06ECBE}" presName="compNode" presStyleCnt="0"/>
      <dgm:spPr/>
    </dgm:pt>
    <dgm:pt modelId="{015034AE-F532-4268-9483-837E0BF879A5}" type="pres">
      <dgm:prSet presAssocID="{4E847D17-AB04-4236-9ECB-30B46D06ECBE}" presName="bgRect" presStyleLbl="bgShp" presStyleIdx="4" presStyleCnt="5"/>
      <dgm:spPr/>
    </dgm:pt>
    <dgm:pt modelId="{ACD13E01-E2D2-4362-8EC0-D96B3FE98CB4}" type="pres">
      <dgm:prSet presAssocID="{4E847D17-AB04-4236-9ECB-30B46D06ECB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1A48D68C-7F4F-48F9-BCAB-BB4FA1BE5A82}" type="pres">
      <dgm:prSet presAssocID="{4E847D17-AB04-4236-9ECB-30B46D06ECBE}" presName="spaceRect" presStyleCnt="0"/>
      <dgm:spPr/>
    </dgm:pt>
    <dgm:pt modelId="{D382D3EE-A844-436D-B7FF-83E9927F745D}" type="pres">
      <dgm:prSet presAssocID="{4E847D17-AB04-4236-9ECB-30B46D06ECB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030B01-C7D9-4532-87C8-64F2FCC76178}" type="presOf" srcId="{493367F3-D5CF-4291-A5EA-D23189BFE323}" destId="{1C269FFC-C28A-4785-8167-C6B627D4F418}" srcOrd="0" destOrd="0" presId="urn:microsoft.com/office/officeart/2018/2/layout/IconVerticalSolidList"/>
    <dgm:cxn modelId="{F809680E-3551-41F7-9AB0-5DA13EF3923D}" type="presOf" srcId="{26CED8A9-A7A9-4C31-871F-84949E976CC7}" destId="{4F84F12F-B6B5-4B46-99DC-6B7D87F1FAD5}" srcOrd="0" destOrd="0" presId="urn:microsoft.com/office/officeart/2018/2/layout/IconVerticalSolidList"/>
    <dgm:cxn modelId="{994AC910-2CFD-415D-8F78-42CCC699CD5A}" type="presOf" srcId="{4E847D17-AB04-4236-9ECB-30B46D06ECBE}" destId="{D382D3EE-A844-436D-B7FF-83E9927F745D}" srcOrd="0" destOrd="0" presId="urn:microsoft.com/office/officeart/2018/2/layout/IconVerticalSolidList"/>
    <dgm:cxn modelId="{992A5215-6FB8-48F6-8301-CA772A8DEAD0}" type="presOf" srcId="{11CC7048-4148-4E24-89BA-1ABF088CC92A}" destId="{77F56878-BE40-4154-A9E6-0C1141F61845}" srcOrd="0" destOrd="0" presId="urn:microsoft.com/office/officeart/2018/2/layout/IconVerticalSolidList"/>
    <dgm:cxn modelId="{323C4616-9283-4AEE-B817-00F4508643B8}" type="presOf" srcId="{2EE5BA16-DD57-406E-A2EE-A74360DC83C0}" destId="{17C0C165-EC6B-49C0-8E6F-29FD9FA445D6}" srcOrd="0" destOrd="0" presId="urn:microsoft.com/office/officeart/2018/2/layout/IconVerticalSolidList"/>
    <dgm:cxn modelId="{F4E2AA28-12C1-4DF4-8B29-72ADA3ECB999}" srcId="{9D86B318-447F-4B4A-9605-687395949F12}" destId="{2EE5BA16-DD57-406E-A2EE-A74360DC83C0}" srcOrd="3" destOrd="0" parTransId="{65C33FC5-0035-43DA-AD65-5D262F04CADE}" sibTransId="{AB07ACED-6BCB-41B7-98AC-FF9B24DD8489}"/>
    <dgm:cxn modelId="{6E0B1E51-7691-4DF4-BCA4-79465FFD2F7D}" srcId="{9D86B318-447F-4B4A-9605-687395949F12}" destId="{4E847D17-AB04-4236-9ECB-30B46D06ECBE}" srcOrd="4" destOrd="0" parTransId="{B73628D3-1000-45BB-84D1-B4401E551C73}" sibTransId="{12BE5C9B-7353-4E0A-8E30-67CE0B1FB4C0}"/>
    <dgm:cxn modelId="{D3E7738A-F106-4774-9403-7FC5EB8BFC29}" srcId="{9D86B318-447F-4B4A-9605-687395949F12}" destId="{11CC7048-4148-4E24-89BA-1ABF088CC92A}" srcOrd="1" destOrd="0" parTransId="{FE2900CC-C6BB-49E8-92FB-1720865827D2}" sibTransId="{C0D923EB-849D-4B34-999E-55298A1FA6A8}"/>
    <dgm:cxn modelId="{E93453A6-8413-4F99-8E00-A3CFE695A425}" srcId="{9D86B318-447F-4B4A-9605-687395949F12}" destId="{26CED8A9-A7A9-4C31-871F-84949E976CC7}" srcOrd="0" destOrd="0" parTransId="{BA828A54-664B-4EEF-A981-31E2A56A79A7}" sibTransId="{4F8164C4-661C-49CC-B62D-741C152DC21B}"/>
    <dgm:cxn modelId="{84F453A8-6A83-4D4D-A50F-2E710B71AA9A}" srcId="{9D86B318-447F-4B4A-9605-687395949F12}" destId="{493367F3-D5CF-4291-A5EA-D23189BFE323}" srcOrd="2" destOrd="0" parTransId="{F75F65A7-5780-431F-BCAA-03E80EF14216}" sibTransId="{AEA3A3D8-BCC0-484A-AF15-7BCF29A5D28B}"/>
    <dgm:cxn modelId="{489E05DF-8849-4003-9C82-AA4612866DC6}" type="presOf" srcId="{9D86B318-447F-4B4A-9605-687395949F12}" destId="{A21202A9-BBF4-4A3E-9A84-54A4EE49EBB8}" srcOrd="0" destOrd="0" presId="urn:microsoft.com/office/officeart/2018/2/layout/IconVerticalSolidList"/>
    <dgm:cxn modelId="{74A572C7-6A6D-472D-91D6-BE81411D2EB4}" type="presParOf" srcId="{A21202A9-BBF4-4A3E-9A84-54A4EE49EBB8}" destId="{6D96CF43-8708-46C8-94D5-E6C7289596CC}" srcOrd="0" destOrd="0" presId="urn:microsoft.com/office/officeart/2018/2/layout/IconVerticalSolidList"/>
    <dgm:cxn modelId="{FBF896C4-D0AF-4939-B6BD-32FAB34BEE24}" type="presParOf" srcId="{6D96CF43-8708-46C8-94D5-E6C7289596CC}" destId="{3674AADA-1A8C-4E9B-8F08-8FC4C9DCB806}" srcOrd="0" destOrd="0" presId="urn:microsoft.com/office/officeart/2018/2/layout/IconVerticalSolidList"/>
    <dgm:cxn modelId="{CC7420BB-6E00-40C3-95BE-644068DDD6D3}" type="presParOf" srcId="{6D96CF43-8708-46C8-94D5-E6C7289596CC}" destId="{3268D468-4CCD-4944-A533-2A0BCFF26B1C}" srcOrd="1" destOrd="0" presId="urn:microsoft.com/office/officeart/2018/2/layout/IconVerticalSolidList"/>
    <dgm:cxn modelId="{BA0EB8E3-B1B8-4E27-880F-3E930B7F1F76}" type="presParOf" srcId="{6D96CF43-8708-46C8-94D5-E6C7289596CC}" destId="{45EE3FB2-999C-4D31-8F47-08609789B109}" srcOrd="2" destOrd="0" presId="urn:microsoft.com/office/officeart/2018/2/layout/IconVerticalSolidList"/>
    <dgm:cxn modelId="{50FEDB17-F744-4D75-B242-166C013BF129}" type="presParOf" srcId="{6D96CF43-8708-46C8-94D5-E6C7289596CC}" destId="{4F84F12F-B6B5-4B46-99DC-6B7D87F1FAD5}" srcOrd="3" destOrd="0" presId="urn:microsoft.com/office/officeart/2018/2/layout/IconVerticalSolidList"/>
    <dgm:cxn modelId="{FBE57BCC-8B29-4DCA-8573-71B6A8780723}" type="presParOf" srcId="{A21202A9-BBF4-4A3E-9A84-54A4EE49EBB8}" destId="{D49B5203-625F-4A94-87CD-4192D1DBF4F3}" srcOrd="1" destOrd="0" presId="urn:microsoft.com/office/officeart/2018/2/layout/IconVerticalSolidList"/>
    <dgm:cxn modelId="{BCD0B464-9C1B-4CF7-84A0-AA3ED9BF06A9}" type="presParOf" srcId="{A21202A9-BBF4-4A3E-9A84-54A4EE49EBB8}" destId="{ED54BA3D-B212-4F2B-8643-838157A51BF7}" srcOrd="2" destOrd="0" presId="urn:microsoft.com/office/officeart/2018/2/layout/IconVerticalSolidList"/>
    <dgm:cxn modelId="{90BC44BF-9722-4920-9B58-A16100818F63}" type="presParOf" srcId="{ED54BA3D-B212-4F2B-8643-838157A51BF7}" destId="{06CBD9FF-C157-4F5A-95B7-6135298DFCF2}" srcOrd="0" destOrd="0" presId="urn:microsoft.com/office/officeart/2018/2/layout/IconVerticalSolidList"/>
    <dgm:cxn modelId="{9B2E8B05-AD76-4C5B-9DE3-46E78DFC50AE}" type="presParOf" srcId="{ED54BA3D-B212-4F2B-8643-838157A51BF7}" destId="{9DA43410-53C1-479E-9282-7F88C0B00A92}" srcOrd="1" destOrd="0" presId="urn:microsoft.com/office/officeart/2018/2/layout/IconVerticalSolidList"/>
    <dgm:cxn modelId="{D77C1C68-B233-4AEA-93FC-5B099B389FDC}" type="presParOf" srcId="{ED54BA3D-B212-4F2B-8643-838157A51BF7}" destId="{8F7B6B08-6CB7-4308-8809-578CEB2F459A}" srcOrd="2" destOrd="0" presId="urn:microsoft.com/office/officeart/2018/2/layout/IconVerticalSolidList"/>
    <dgm:cxn modelId="{0F852796-4F32-4C9A-97F6-8E68BB3BE7CE}" type="presParOf" srcId="{ED54BA3D-B212-4F2B-8643-838157A51BF7}" destId="{77F56878-BE40-4154-A9E6-0C1141F61845}" srcOrd="3" destOrd="0" presId="urn:microsoft.com/office/officeart/2018/2/layout/IconVerticalSolidList"/>
    <dgm:cxn modelId="{8DA4E3A4-C8A7-40EE-A123-33D88DABBCAF}" type="presParOf" srcId="{A21202A9-BBF4-4A3E-9A84-54A4EE49EBB8}" destId="{496CD161-E366-426A-BB66-EB583835EB47}" srcOrd="3" destOrd="0" presId="urn:microsoft.com/office/officeart/2018/2/layout/IconVerticalSolidList"/>
    <dgm:cxn modelId="{770DADD7-57B5-4587-8F93-B551E99B6DC9}" type="presParOf" srcId="{A21202A9-BBF4-4A3E-9A84-54A4EE49EBB8}" destId="{BEB58E94-5A13-48B0-8F64-C122A529DB64}" srcOrd="4" destOrd="0" presId="urn:microsoft.com/office/officeart/2018/2/layout/IconVerticalSolidList"/>
    <dgm:cxn modelId="{497C79E7-05DF-4D79-A149-2B1AB8E4ED29}" type="presParOf" srcId="{BEB58E94-5A13-48B0-8F64-C122A529DB64}" destId="{46D7E187-5E0F-4E19-94FA-C71A91A7E855}" srcOrd="0" destOrd="0" presId="urn:microsoft.com/office/officeart/2018/2/layout/IconVerticalSolidList"/>
    <dgm:cxn modelId="{E9CC21C1-AEEB-4E9D-9695-BE5CF91FFE90}" type="presParOf" srcId="{BEB58E94-5A13-48B0-8F64-C122A529DB64}" destId="{BCBE8306-5624-43FB-81BE-EF1A37907B25}" srcOrd="1" destOrd="0" presId="urn:microsoft.com/office/officeart/2018/2/layout/IconVerticalSolidList"/>
    <dgm:cxn modelId="{F860A13A-8D27-4B13-B957-6074DEA3E46C}" type="presParOf" srcId="{BEB58E94-5A13-48B0-8F64-C122A529DB64}" destId="{FAF357EA-1A48-470C-8556-D189E51D5B1E}" srcOrd="2" destOrd="0" presId="urn:microsoft.com/office/officeart/2018/2/layout/IconVerticalSolidList"/>
    <dgm:cxn modelId="{3F73348C-9914-47C8-8B09-4A7ABEDACC3B}" type="presParOf" srcId="{BEB58E94-5A13-48B0-8F64-C122A529DB64}" destId="{1C269FFC-C28A-4785-8167-C6B627D4F418}" srcOrd="3" destOrd="0" presId="urn:microsoft.com/office/officeart/2018/2/layout/IconVerticalSolidList"/>
    <dgm:cxn modelId="{E7842DE6-CF04-45E2-80FF-746692F2F0D5}" type="presParOf" srcId="{A21202A9-BBF4-4A3E-9A84-54A4EE49EBB8}" destId="{48C1F662-72AC-404F-85B7-A5DCCE0167D5}" srcOrd="5" destOrd="0" presId="urn:microsoft.com/office/officeart/2018/2/layout/IconVerticalSolidList"/>
    <dgm:cxn modelId="{F3AA09E2-1BF9-4D39-BD15-D5CA5DE2EC92}" type="presParOf" srcId="{A21202A9-BBF4-4A3E-9A84-54A4EE49EBB8}" destId="{0E8EA60B-1F70-48F4-97BC-9684090E602B}" srcOrd="6" destOrd="0" presId="urn:microsoft.com/office/officeart/2018/2/layout/IconVerticalSolidList"/>
    <dgm:cxn modelId="{DB3CE186-6F3B-4713-BBCC-B5ED7226361C}" type="presParOf" srcId="{0E8EA60B-1F70-48F4-97BC-9684090E602B}" destId="{46522564-B507-4857-9BC6-A783008E2092}" srcOrd="0" destOrd="0" presId="urn:microsoft.com/office/officeart/2018/2/layout/IconVerticalSolidList"/>
    <dgm:cxn modelId="{B3F02BB1-1AE9-4E97-A222-21299FFD0A11}" type="presParOf" srcId="{0E8EA60B-1F70-48F4-97BC-9684090E602B}" destId="{60921DA1-8AB1-47FF-8B9A-BBCC0F8BE29B}" srcOrd="1" destOrd="0" presId="urn:microsoft.com/office/officeart/2018/2/layout/IconVerticalSolidList"/>
    <dgm:cxn modelId="{C88FC167-0068-4376-B07C-5FBFB6BCDBA2}" type="presParOf" srcId="{0E8EA60B-1F70-48F4-97BC-9684090E602B}" destId="{2B520303-D106-4BE7-A5C1-EFB66A60DAE5}" srcOrd="2" destOrd="0" presId="urn:microsoft.com/office/officeart/2018/2/layout/IconVerticalSolidList"/>
    <dgm:cxn modelId="{EC90CE9E-9632-466D-A530-2530D981EE34}" type="presParOf" srcId="{0E8EA60B-1F70-48F4-97BC-9684090E602B}" destId="{17C0C165-EC6B-49C0-8E6F-29FD9FA445D6}" srcOrd="3" destOrd="0" presId="urn:microsoft.com/office/officeart/2018/2/layout/IconVerticalSolidList"/>
    <dgm:cxn modelId="{E02FB874-E943-422B-8359-AA14AA3E954E}" type="presParOf" srcId="{A21202A9-BBF4-4A3E-9A84-54A4EE49EBB8}" destId="{74316609-7B31-4BCB-9ED1-9EDACD3C19DD}" srcOrd="7" destOrd="0" presId="urn:microsoft.com/office/officeart/2018/2/layout/IconVerticalSolidList"/>
    <dgm:cxn modelId="{C3C53CA5-F7CB-4BBB-A496-A3F293B2D8E3}" type="presParOf" srcId="{A21202A9-BBF4-4A3E-9A84-54A4EE49EBB8}" destId="{F753F117-D03C-4438-94CB-2C7F919CBFD1}" srcOrd="8" destOrd="0" presId="urn:microsoft.com/office/officeart/2018/2/layout/IconVerticalSolidList"/>
    <dgm:cxn modelId="{02A97167-36AB-4208-B150-6FC83DEC57A2}" type="presParOf" srcId="{F753F117-D03C-4438-94CB-2C7F919CBFD1}" destId="{015034AE-F532-4268-9483-837E0BF879A5}" srcOrd="0" destOrd="0" presId="urn:microsoft.com/office/officeart/2018/2/layout/IconVerticalSolidList"/>
    <dgm:cxn modelId="{3A04A082-57E5-46F0-B1A0-3FB74D713AC3}" type="presParOf" srcId="{F753F117-D03C-4438-94CB-2C7F919CBFD1}" destId="{ACD13E01-E2D2-4362-8EC0-D96B3FE98CB4}" srcOrd="1" destOrd="0" presId="urn:microsoft.com/office/officeart/2018/2/layout/IconVerticalSolidList"/>
    <dgm:cxn modelId="{06C99B9F-99EE-450B-9347-9BBD83297E47}" type="presParOf" srcId="{F753F117-D03C-4438-94CB-2C7F919CBFD1}" destId="{1A48D68C-7F4F-48F9-BCAB-BB4FA1BE5A82}" srcOrd="2" destOrd="0" presId="urn:microsoft.com/office/officeart/2018/2/layout/IconVerticalSolidList"/>
    <dgm:cxn modelId="{98C88D88-52DC-487C-BDFD-BF3D3E7B53B7}" type="presParOf" srcId="{F753F117-D03C-4438-94CB-2C7F919CBFD1}" destId="{D382D3EE-A844-436D-B7FF-83E9927F74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298E0-B6CF-4ACC-AF64-662A54BB1088}">
      <dsp:nvSpPr>
        <dsp:cNvPr id="0" name=""/>
        <dsp:cNvSpPr/>
      </dsp:nvSpPr>
      <dsp:spPr>
        <a:xfrm>
          <a:off x="3008" y="126124"/>
          <a:ext cx="2386673" cy="33413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74" tIns="330200" rIns="1860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Create account &amp; log in </a:t>
          </a:r>
          <a:endParaRPr lang="en-US" sz="2600" kern="1200"/>
        </a:p>
      </dsp:txBody>
      <dsp:txXfrm>
        <a:off x="3008" y="1395834"/>
        <a:ext cx="2386673" cy="2004805"/>
      </dsp:txXfrm>
    </dsp:sp>
    <dsp:sp modelId="{46453F43-3B2A-4C2F-AFD3-31D162DED9F3}">
      <dsp:nvSpPr>
        <dsp:cNvPr id="0" name=""/>
        <dsp:cNvSpPr/>
      </dsp:nvSpPr>
      <dsp:spPr>
        <a:xfrm>
          <a:off x="695143" y="460258"/>
          <a:ext cx="1002402" cy="1002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151" tIns="12700" rIns="781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41941" y="607056"/>
        <a:ext cx="708806" cy="708806"/>
      </dsp:txXfrm>
    </dsp:sp>
    <dsp:sp modelId="{40FA4FD7-3BAE-4227-B8E5-0E2704A75173}">
      <dsp:nvSpPr>
        <dsp:cNvPr id="0" name=""/>
        <dsp:cNvSpPr/>
      </dsp:nvSpPr>
      <dsp:spPr>
        <a:xfrm>
          <a:off x="3008" y="3467395"/>
          <a:ext cx="23866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AEE1DC-B6F8-4378-95D5-6F8BAB1FC395}">
      <dsp:nvSpPr>
        <dsp:cNvPr id="0" name=""/>
        <dsp:cNvSpPr/>
      </dsp:nvSpPr>
      <dsp:spPr>
        <a:xfrm>
          <a:off x="2628349" y="126124"/>
          <a:ext cx="2386673" cy="33413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74" tIns="330200" rIns="1860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Browse algorithms </a:t>
          </a:r>
          <a:endParaRPr lang="en-US" sz="2600" kern="1200"/>
        </a:p>
      </dsp:txBody>
      <dsp:txXfrm>
        <a:off x="2628349" y="1395834"/>
        <a:ext cx="2386673" cy="2004805"/>
      </dsp:txXfrm>
    </dsp:sp>
    <dsp:sp modelId="{B1E0ED73-F703-454E-B7B2-E9A0237B9B09}">
      <dsp:nvSpPr>
        <dsp:cNvPr id="0" name=""/>
        <dsp:cNvSpPr/>
      </dsp:nvSpPr>
      <dsp:spPr>
        <a:xfrm>
          <a:off x="3320484" y="460258"/>
          <a:ext cx="1002402" cy="1002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151" tIns="12700" rIns="781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67282" y="607056"/>
        <a:ext cx="708806" cy="708806"/>
      </dsp:txXfrm>
    </dsp:sp>
    <dsp:sp modelId="{B674213C-083B-42A4-A7E3-186E9CEB4CDD}">
      <dsp:nvSpPr>
        <dsp:cNvPr id="0" name=""/>
        <dsp:cNvSpPr/>
      </dsp:nvSpPr>
      <dsp:spPr>
        <a:xfrm>
          <a:off x="2628349" y="3467395"/>
          <a:ext cx="23866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D3DC42-1CF0-46BA-B31C-F95E7C2F547C}">
      <dsp:nvSpPr>
        <dsp:cNvPr id="0" name=""/>
        <dsp:cNvSpPr/>
      </dsp:nvSpPr>
      <dsp:spPr>
        <a:xfrm>
          <a:off x="5253689" y="126124"/>
          <a:ext cx="2386673" cy="33413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74" tIns="330200" rIns="1860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Visualize algorithms </a:t>
          </a:r>
          <a:endParaRPr lang="en-US" sz="2600" kern="1200"/>
        </a:p>
      </dsp:txBody>
      <dsp:txXfrm>
        <a:off x="5253689" y="1395834"/>
        <a:ext cx="2386673" cy="2004805"/>
      </dsp:txXfrm>
    </dsp:sp>
    <dsp:sp modelId="{01D38777-56DE-42A2-898B-0F1147DF8AB7}">
      <dsp:nvSpPr>
        <dsp:cNvPr id="0" name=""/>
        <dsp:cNvSpPr/>
      </dsp:nvSpPr>
      <dsp:spPr>
        <a:xfrm>
          <a:off x="5945824" y="460258"/>
          <a:ext cx="1002402" cy="1002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151" tIns="12700" rIns="781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092622" y="607056"/>
        <a:ext cx="708806" cy="708806"/>
      </dsp:txXfrm>
    </dsp:sp>
    <dsp:sp modelId="{A0A91CD2-D77A-46E8-B570-DCF2E58FCFDE}">
      <dsp:nvSpPr>
        <dsp:cNvPr id="0" name=""/>
        <dsp:cNvSpPr/>
      </dsp:nvSpPr>
      <dsp:spPr>
        <a:xfrm>
          <a:off x="5253689" y="3467395"/>
          <a:ext cx="23866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3DE0A2-C663-4BE0-9162-8F2CFE4DD843}">
      <dsp:nvSpPr>
        <dsp:cNvPr id="0" name=""/>
        <dsp:cNvSpPr/>
      </dsp:nvSpPr>
      <dsp:spPr>
        <a:xfrm>
          <a:off x="7879030" y="126124"/>
          <a:ext cx="2386673" cy="33413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074" tIns="330200" rIns="18607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Save favorites</a:t>
          </a:r>
          <a:endParaRPr lang="en-US" sz="2600" kern="1200"/>
        </a:p>
      </dsp:txBody>
      <dsp:txXfrm>
        <a:off x="7879030" y="1395834"/>
        <a:ext cx="2386673" cy="2004805"/>
      </dsp:txXfrm>
    </dsp:sp>
    <dsp:sp modelId="{0EAB5B7C-F03C-4384-A0E0-92189E38D932}">
      <dsp:nvSpPr>
        <dsp:cNvPr id="0" name=""/>
        <dsp:cNvSpPr/>
      </dsp:nvSpPr>
      <dsp:spPr>
        <a:xfrm>
          <a:off x="8571165" y="460258"/>
          <a:ext cx="1002402" cy="10024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8151" tIns="12700" rIns="781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717963" y="607056"/>
        <a:ext cx="708806" cy="708806"/>
      </dsp:txXfrm>
    </dsp:sp>
    <dsp:sp modelId="{34745030-3134-48EA-9DC7-8ECCA9114F49}">
      <dsp:nvSpPr>
        <dsp:cNvPr id="0" name=""/>
        <dsp:cNvSpPr/>
      </dsp:nvSpPr>
      <dsp:spPr>
        <a:xfrm>
          <a:off x="7879030" y="3467395"/>
          <a:ext cx="23866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4AADA-1A8C-4E9B-8F08-8FC4C9DCB806}">
      <dsp:nvSpPr>
        <dsp:cNvPr id="0" name=""/>
        <dsp:cNvSpPr/>
      </dsp:nvSpPr>
      <dsp:spPr>
        <a:xfrm>
          <a:off x="0" y="2807"/>
          <a:ext cx="10268712" cy="5979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8D468-4CCD-4944-A533-2A0BCFF26B1C}">
      <dsp:nvSpPr>
        <dsp:cNvPr id="0" name=""/>
        <dsp:cNvSpPr/>
      </dsp:nvSpPr>
      <dsp:spPr>
        <a:xfrm>
          <a:off x="180893" y="137356"/>
          <a:ext cx="328897" cy="328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4F12F-B6B5-4B46-99DC-6B7D87F1FAD5}">
      <dsp:nvSpPr>
        <dsp:cNvPr id="0" name=""/>
        <dsp:cNvSpPr/>
      </dsp:nvSpPr>
      <dsp:spPr>
        <a:xfrm>
          <a:off x="690685" y="2807"/>
          <a:ext cx="9578026" cy="59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88" tIns="63288" rIns="63288" bIns="63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FastAPI (backend) </a:t>
          </a:r>
        </a:p>
      </dsp:txBody>
      <dsp:txXfrm>
        <a:off x="690685" y="2807"/>
        <a:ext cx="9578026" cy="597996"/>
      </dsp:txXfrm>
    </dsp:sp>
    <dsp:sp modelId="{06CBD9FF-C157-4F5A-95B7-6135298DFCF2}">
      <dsp:nvSpPr>
        <dsp:cNvPr id="0" name=""/>
        <dsp:cNvSpPr/>
      </dsp:nvSpPr>
      <dsp:spPr>
        <a:xfrm>
          <a:off x="0" y="750302"/>
          <a:ext cx="10268712" cy="5979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43410-53C1-479E-9282-7F88C0B00A92}">
      <dsp:nvSpPr>
        <dsp:cNvPr id="0" name=""/>
        <dsp:cNvSpPr/>
      </dsp:nvSpPr>
      <dsp:spPr>
        <a:xfrm>
          <a:off x="180893" y="884851"/>
          <a:ext cx="328897" cy="328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56878-BE40-4154-A9E6-0C1141F61845}">
      <dsp:nvSpPr>
        <dsp:cNvPr id="0" name=""/>
        <dsp:cNvSpPr/>
      </dsp:nvSpPr>
      <dsp:spPr>
        <a:xfrm>
          <a:off x="690685" y="750302"/>
          <a:ext cx="9578026" cy="59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88" tIns="63288" rIns="63288" bIns="63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SQLite + SQLModel </a:t>
          </a:r>
        </a:p>
      </dsp:txBody>
      <dsp:txXfrm>
        <a:off x="690685" y="750302"/>
        <a:ext cx="9578026" cy="597996"/>
      </dsp:txXfrm>
    </dsp:sp>
    <dsp:sp modelId="{46D7E187-5E0F-4E19-94FA-C71A91A7E855}">
      <dsp:nvSpPr>
        <dsp:cNvPr id="0" name=""/>
        <dsp:cNvSpPr/>
      </dsp:nvSpPr>
      <dsp:spPr>
        <a:xfrm>
          <a:off x="0" y="1497797"/>
          <a:ext cx="10268712" cy="5979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E8306-5624-43FB-81BE-EF1A37907B25}">
      <dsp:nvSpPr>
        <dsp:cNvPr id="0" name=""/>
        <dsp:cNvSpPr/>
      </dsp:nvSpPr>
      <dsp:spPr>
        <a:xfrm>
          <a:off x="180893" y="1632347"/>
          <a:ext cx="328897" cy="328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69FFC-C28A-4785-8167-C6B627D4F418}">
      <dsp:nvSpPr>
        <dsp:cNvPr id="0" name=""/>
        <dsp:cNvSpPr/>
      </dsp:nvSpPr>
      <dsp:spPr>
        <a:xfrm>
          <a:off x="690685" y="1497797"/>
          <a:ext cx="9578026" cy="59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88" tIns="63288" rIns="63288" bIns="63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HTML / CSS / JS </a:t>
          </a:r>
        </a:p>
      </dsp:txBody>
      <dsp:txXfrm>
        <a:off x="690685" y="1497797"/>
        <a:ext cx="9578026" cy="597996"/>
      </dsp:txXfrm>
    </dsp:sp>
    <dsp:sp modelId="{46522564-B507-4857-9BC6-A783008E2092}">
      <dsp:nvSpPr>
        <dsp:cNvPr id="0" name=""/>
        <dsp:cNvSpPr/>
      </dsp:nvSpPr>
      <dsp:spPr>
        <a:xfrm>
          <a:off x="0" y="2245293"/>
          <a:ext cx="10268712" cy="5979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21DA1-8AB1-47FF-8B9A-BBCC0F8BE29B}">
      <dsp:nvSpPr>
        <dsp:cNvPr id="0" name=""/>
        <dsp:cNvSpPr/>
      </dsp:nvSpPr>
      <dsp:spPr>
        <a:xfrm>
          <a:off x="180893" y="2379842"/>
          <a:ext cx="328897" cy="328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0C165-EC6B-49C0-8E6F-29FD9FA445D6}">
      <dsp:nvSpPr>
        <dsp:cNvPr id="0" name=""/>
        <dsp:cNvSpPr/>
      </dsp:nvSpPr>
      <dsp:spPr>
        <a:xfrm>
          <a:off x="690685" y="2245293"/>
          <a:ext cx="9578026" cy="59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88" tIns="63288" rIns="63288" bIns="63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Jinja2 </a:t>
          </a:r>
        </a:p>
      </dsp:txBody>
      <dsp:txXfrm>
        <a:off x="690685" y="2245293"/>
        <a:ext cx="9578026" cy="597996"/>
      </dsp:txXfrm>
    </dsp:sp>
    <dsp:sp modelId="{015034AE-F532-4268-9483-837E0BF879A5}">
      <dsp:nvSpPr>
        <dsp:cNvPr id="0" name=""/>
        <dsp:cNvSpPr/>
      </dsp:nvSpPr>
      <dsp:spPr>
        <a:xfrm>
          <a:off x="0" y="2992788"/>
          <a:ext cx="10268712" cy="5979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13E01-E2D2-4362-8EC0-D96B3FE98CB4}">
      <dsp:nvSpPr>
        <dsp:cNvPr id="0" name=""/>
        <dsp:cNvSpPr/>
      </dsp:nvSpPr>
      <dsp:spPr>
        <a:xfrm>
          <a:off x="180893" y="3127337"/>
          <a:ext cx="328897" cy="328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2D3EE-A844-436D-B7FF-83E9927F745D}">
      <dsp:nvSpPr>
        <dsp:cNvPr id="0" name=""/>
        <dsp:cNvSpPr/>
      </dsp:nvSpPr>
      <dsp:spPr>
        <a:xfrm>
          <a:off x="690685" y="2992788"/>
          <a:ext cx="9578026" cy="59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88" tIns="63288" rIns="63288" bIns="6328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Chart.js</a:t>
          </a:r>
        </a:p>
      </dsp:txBody>
      <dsp:txXfrm>
        <a:off x="690685" y="2992788"/>
        <a:ext cx="9578026" cy="597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5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6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2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2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717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4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75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397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60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2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9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4/17/2026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3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/>
          <a:p>
            <a:r>
              <a:rPr lang="en-US" dirty="0" err="1"/>
              <a:t>AlgTube</a:t>
            </a:r>
            <a:r>
              <a:rPr lang="en-US" dirty="0"/>
              <a:t>: </a:t>
            </a:r>
            <a:r>
              <a:rPr lang="en-US"/>
              <a:t>Algorithm Visualization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Will Reed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1D0F-E047-AB50-F67C-948C814C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/>
              <a:t>Features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8F382-CEA2-58EA-4B1A-E27B10CCB8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984693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26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E345-DF98-A8E4-E88E-0F985E3E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C5B40F-88DF-131B-FC34-2377E8496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15600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19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B21C-7604-8116-F68D-89925542B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81141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2467-E687-A6DE-9D62-3A2F657A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Future Work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9E14-7820-8BA2-A3E6-63EB57BD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more advanced algorithms</a:t>
            </a:r>
            <a:endParaRPr lang="en-US"/>
          </a:p>
          <a:p>
            <a:pPr marL="560070" lvl="1" indent="-285750">
              <a:buFont typeface="Courier New"/>
              <a:buChar char="o"/>
            </a:pPr>
            <a:r>
              <a:rPr lang="en-US" sz="2100" dirty="0"/>
              <a:t>Optimize</a:t>
            </a:r>
            <a:r>
              <a:rPr lang="en-US" sz="2100"/>
              <a:t> visualizations for different algorithms</a:t>
            </a:r>
            <a:endParaRPr lang="en-US" sz="2100" dirty="0"/>
          </a:p>
          <a:p>
            <a:pPr marL="285750" indent="-285750">
              <a:buFont typeface="Arial"/>
              <a:buChar char="•"/>
            </a:pPr>
            <a:r>
              <a:rPr lang="en-US"/>
              <a:t>Expand Database</a:t>
            </a:r>
            <a:endParaRPr lang="en-US" dirty="0"/>
          </a:p>
          <a:p>
            <a:pPr marL="56007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Algorithm difficulty levels </a:t>
            </a:r>
            <a:endParaRPr lang="en-US"/>
          </a:p>
          <a:p>
            <a:pPr marL="56007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Categories (sorting, searching, graphs, etc.)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 “unfavorite” / toggle feature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Add user-specific profiles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54561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JuxtaposeVTI</vt:lpstr>
      <vt:lpstr>AlgTube: Algorithm Visualization Platform</vt:lpstr>
      <vt:lpstr>Features</vt:lpstr>
      <vt:lpstr>Tech Stack</vt:lpstr>
      <vt:lpstr>Live Demo</vt:lpstr>
      <vt:lpstr>Future Work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</cp:revision>
  <dcterms:created xsi:type="dcterms:W3CDTF">2026-04-17T22:00:31Z</dcterms:created>
  <dcterms:modified xsi:type="dcterms:W3CDTF">2026-04-17T22:25:51Z</dcterms:modified>
</cp:coreProperties>
</file>